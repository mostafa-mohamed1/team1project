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4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07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3261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7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2264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7293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5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1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60242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78AC6A5B-8AE7-4A41-B5A7-9ADC6686DC18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6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9549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7594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2001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62855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50869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5002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3103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7813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102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4" r:id="rId4"/>
    <p:sldLayoutId id="2147484145" r:id="rId5"/>
    <p:sldLayoutId id="2147484146" r:id="rId6"/>
    <p:sldLayoutId id="2147484147" r:id="rId7"/>
    <p:sldLayoutId id="2147484148" r:id="rId8"/>
    <p:sldLayoutId id="2147484149" r:id="rId9"/>
    <p:sldLayoutId id="2147484150" r:id="rId10"/>
    <p:sldLayoutId id="2147484151" r:id="rId11"/>
    <p:sldLayoutId id="2147484152" r:id="rId12"/>
    <p:sldLayoutId id="2147484153" r:id="rId13"/>
    <p:sldLayoutId id="2147484154" r:id="rId14"/>
    <p:sldLayoutId id="2147484155" r:id="rId15"/>
    <p:sldLayoutId id="2147484156" r:id="rId16"/>
    <p:sldLayoutId id="214748415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go with blue letters&#10;&#10;AI-generated content may be incorrect.">
            <a:extLst>
              <a:ext uri="{FF2B5EF4-FFF2-40B4-BE49-F238E27FC236}">
                <a16:creationId xmlns:a16="http://schemas.microsoft.com/office/drawing/2014/main" id="{E5A0DCAA-F5FE-9C0A-F005-A4DE2B9E0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98" b="15181"/>
          <a:stretch>
            <a:fillRect/>
          </a:stretch>
        </p:blipFill>
        <p:spPr>
          <a:xfrm>
            <a:off x="1282082" y="1042301"/>
            <a:ext cx="8782260" cy="4138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640CA6-4C7F-AE75-9EC3-D6102C18B391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Group 1: Mahmoud Alazzeh, Mostafa Mohammed, Bachir Zaied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A3F475-E01E-0EE6-7980-07EA882DA1A4}"/>
              </a:ext>
            </a:extLst>
          </p:cNvPr>
          <p:cNvSpPr txBox="1"/>
          <p:nvPr/>
        </p:nvSpPr>
        <p:spPr>
          <a:xfrm>
            <a:off x="0" y="6204155"/>
            <a:ext cx="3382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ISTE240 – Initial Presentation </a:t>
            </a:r>
          </a:p>
        </p:txBody>
      </p:sp>
    </p:spTree>
    <p:extLst>
      <p:ext uri="{BB962C8B-B14F-4D97-AF65-F5344CB8AC3E}">
        <p14:creationId xmlns:p14="http://schemas.microsoft.com/office/powerpoint/2010/main" val="2912626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E3D1-D4B7-069A-74C3-5217F307D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4133"/>
            <a:ext cx="9905998" cy="143919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1DA0-8404-1E13-F2BE-A4679BCA2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600" y="1327355"/>
            <a:ext cx="9905998" cy="4375355"/>
          </a:xfrm>
        </p:spPr>
        <p:txBody>
          <a:bodyPr>
            <a:normAutofit/>
          </a:bodyPr>
          <a:lstStyle/>
          <a:p>
            <a:r>
              <a:rPr lang="en-US" sz="2400" dirty="0">
                <a:effectLst/>
              </a:rPr>
              <a:t>E-Souq is an online platform where people can browse and buy electronic devices like smartphones, laptops, tablets, and accessories.</a:t>
            </a:r>
          </a:p>
          <a:p>
            <a:r>
              <a:rPr lang="en-US" sz="2400" dirty="0">
                <a:effectLst/>
              </a:rPr>
              <a:t>Users can create accounts, add products to a shopping cart, and complete the checkout process</a:t>
            </a:r>
          </a:p>
          <a:p>
            <a:r>
              <a:rPr lang="en-US" sz="2400" dirty="0"/>
              <a:t>The system also allows the admin to manage products, update inventory, and track orders.</a:t>
            </a:r>
          </a:p>
          <a:p>
            <a:r>
              <a:rPr lang="en-US" dirty="0">
                <a:effectLst/>
              </a:rPr>
              <a:t>The main goal is to make online shopping for electronics simple and easy to use.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8567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93A5-2BB0-9D0F-AAAC-9A2E9C503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34296"/>
            <a:ext cx="9905998" cy="124869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BE6CA-6AF5-7D1F-4A77-9358BE526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324896"/>
            <a:ext cx="9905998" cy="4208207"/>
          </a:xfrm>
        </p:spPr>
        <p:txBody>
          <a:bodyPr>
            <a:normAutofit/>
          </a:bodyPr>
          <a:lstStyle/>
          <a:p>
            <a:r>
              <a:rPr lang="en-US" sz="2400" dirty="0">
                <a:effectLst/>
              </a:rPr>
              <a:t>Create a website where users can browse and buy electronic products like phones, laptops, and accessories. </a:t>
            </a:r>
          </a:p>
          <a:p>
            <a:r>
              <a:rPr lang="en-US" sz="2400" dirty="0">
                <a:effectLst/>
              </a:rPr>
              <a:t>Users can register, log in, and manage their account.</a:t>
            </a:r>
          </a:p>
          <a:p>
            <a:r>
              <a:rPr lang="en-US" sz="2400" dirty="0">
                <a:effectLst/>
              </a:rPr>
              <a:t>Products can be searched, filtered, and viewed with details.</a:t>
            </a:r>
          </a:p>
          <a:p>
            <a:r>
              <a:rPr lang="en-US" sz="2400" dirty="0">
                <a:effectLst/>
              </a:rPr>
              <a:t>Users can add products to a shopping cart and checkout. </a:t>
            </a:r>
          </a:p>
          <a:p>
            <a:r>
              <a:rPr lang="en-US" sz="2400" dirty="0">
                <a:effectLst/>
              </a:rPr>
              <a:t>Admin can add, update, and delete products, and see orders.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0507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59B77-50CE-BA9B-45C7-507F53B3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300"/>
            <a:ext cx="9905998" cy="1905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19AA4-3477-7DA4-14A5-40A144935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97857"/>
            <a:ext cx="9905998" cy="406072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HTML, CSS, JavaScript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Java with Springboot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MySQL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Github ,IntelliJ Idea</a:t>
            </a:r>
          </a:p>
        </p:txBody>
      </p:sp>
    </p:spTree>
    <p:extLst>
      <p:ext uri="{BB962C8B-B14F-4D97-AF65-F5344CB8AC3E}">
        <p14:creationId xmlns:p14="http://schemas.microsoft.com/office/powerpoint/2010/main" val="2163066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5EF3-B4A0-2FE9-A7AD-D07EE895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94968"/>
            <a:ext cx="9905998" cy="137651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Challenges/Limitations/Mitigations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3688E-37DB-3723-0A8E-6EF95D4F5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71485"/>
            <a:ext cx="9905998" cy="4119716"/>
          </a:xfrm>
        </p:spPr>
        <p:txBody>
          <a:bodyPr/>
          <a:lstStyle/>
          <a:p>
            <a:r>
              <a:rPr lang="en-US" sz="2400" b="1" dirty="0"/>
              <a:t>Challenges</a:t>
            </a:r>
            <a:r>
              <a:rPr lang="en-US" dirty="0"/>
              <a:t>: Integrating A working Frontend with Backend.</a:t>
            </a:r>
          </a:p>
          <a:p>
            <a:endParaRPr lang="en-US" dirty="0"/>
          </a:p>
          <a:p>
            <a:r>
              <a:rPr lang="en-US" sz="2400" b="1" dirty="0"/>
              <a:t>Limitation: </a:t>
            </a:r>
            <a:r>
              <a:rPr lang="en-US" dirty="0"/>
              <a:t>Payment and Delivery Services will be simulated and limited since the project is academic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Mitigations: </a:t>
            </a:r>
            <a:r>
              <a:rPr lang="en-US" dirty="0"/>
              <a:t>To ensure smooth backend integration, the database schema will be designed in advance and APIs will be tested early using Postman before being connected to the full application.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72442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logo with blue letters&#10;&#10;AI-generated content may be incorrect.">
            <a:extLst>
              <a:ext uri="{FF2B5EF4-FFF2-40B4-BE49-F238E27FC236}">
                <a16:creationId xmlns:a16="http://schemas.microsoft.com/office/drawing/2014/main" id="{906DD051-4D2E-5256-FD0C-A26C470C1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4" b="99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292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50</TotalTime>
  <Words>245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 Light</vt:lpstr>
      <vt:lpstr>Century Gothic</vt:lpstr>
      <vt:lpstr>Times New Roman</vt:lpstr>
      <vt:lpstr>Mesh</vt:lpstr>
      <vt:lpstr>PowerPoint Presentation</vt:lpstr>
      <vt:lpstr>Project Idea</vt:lpstr>
      <vt:lpstr>Project Scope</vt:lpstr>
      <vt:lpstr>Project implementation</vt:lpstr>
      <vt:lpstr>Challenges/Limitations/Mitigations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 Al Azzeh (RIT Student)</dc:creator>
  <cp:lastModifiedBy>Mahmoud Al Azzeh (RIT Student)</cp:lastModifiedBy>
  <cp:revision>1</cp:revision>
  <dcterms:created xsi:type="dcterms:W3CDTF">2026-02-04T16:43:18Z</dcterms:created>
  <dcterms:modified xsi:type="dcterms:W3CDTF">2026-02-04T17:33:33Z</dcterms:modified>
</cp:coreProperties>
</file>